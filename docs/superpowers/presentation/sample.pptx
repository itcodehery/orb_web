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Archivo Narrow"/>
      <p:regular r:id="rId8"/>
      <p:bold r:id="rId9"/>
      <p:italic r:id="rId10"/>
      <p:boldItalic r:id="rId11"/>
    </p:embeddedFont>
    <p:embeddedFont>
      <p:font typeface="Yellowtail"/>
      <p:regular r:id="rId12"/>
    </p:embeddedFont>
    <p:embeddedFont>
      <p:font typeface="Archivo Narrow Medium"/>
      <p:regular r:id="rId13"/>
      <p:bold r:id="rId14"/>
      <p:italic r:id="rId15"/>
      <p:boldItalic r:id="rId16"/>
    </p:embeddedFont>
    <p:embeddedFont>
      <p:font typeface="IBM Plex Sans Condense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Condensed-boldItalic.fntdata"/><Relationship Id="rId11" Type="http://schemas.openxmlformats.org/officeDocument/2006/relationships/font" Target="fonts/ArchivoNarrow-boldItalic.fntdata"/><Relationship Id="rId10" Type="http://schemas.openxmlformats.org/officeDocument/2006/relationships/font" Target="fonts/ArchivoNarrow-italic.fntdata"/><Relationship Id="rId13" Type="http://schemas.openxmlformats.org/officeDocument/2006/relationships/font" Target="fonts/ArchivoNarrowMedium-regular.fntdata"/><Relationship Id="rId12" Type="http://schemas.openxmlformats.org/officeDocument/2006/relationships/font" Target="fonts/Yellowtail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chivoNarrow-bold.fntdata"/><Relationship Id="rId15" Type="http://schemas.openxmlformats.org/officeDocument/2006/relationships/font" Target="fonts/ArchivoNarrowMedium-italic.fntdata"/><Relationship Id="rId14" Type="http://schemas.openxmlformats.org/officeDocument/2006/relationships/font" Target="fonts/ArchivoNarrowMedium-bold.fntdata"/><Relationship Id="rId17" Type="http://schemas.openxmlformats.org/officeDocument/2006/relationships/font" Target="fonts/IBMPlexSansCondensed-regular.fntdata"/><Relationship Id="rId16" Type="http://schemas.openxmlformats.org/officeDocument/2006/relationships/font" Target="fonts/ArchivoNarrowMedium-boldItalic.fntdata"/><Relationship Id="rId5" Type="http://schemas.openxmlformats.org/officeDocument/2006/relationships/slide" Target="slides/slide1.xml"/><Relationship Id="rId19" Type="http://schemas.openxmlformats.org/officeDocument/2006/relationships/font" Target="fonts/IBMPlexSansCondensed-italic.fntdata"/><Relationship Id="rId6" Type="http://schemas.openxmlformats.org/officeDocument/2006/relationships/slide" Target="slides/slide2.xml"/><Relationship Id="rId18" Type="http://schemas.openxmlformats.org/officeDocument/2006/relationships/font" Target="fonts/IBMPlexSansCondensed-bold.fntdata"/><Relationship Id="rId7" Type="http://schemas.openxmlformats.org/officeDocument/2006/relationships/slide" Target="slides/slide3.xml"/><Relationship Id="rId8" Type="http://schemas.openxmlformats.org/officeDocument/2006/relationships/font" Target="fonts/Archivo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0503800d2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0503800d2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30503800d2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f372a8d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ef372a8d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ef372a8d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09100" cy="7371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16600" cy="12825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fmla="val 57856" name="adj"/>
            </a:avLst>
          </a:prstGeom>
          <a:solidFill>
            <a:srgbClr val="D2AE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fmla="val 33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fmla="val 1017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b="1" i="0" sz="1500" u="none" cap="none" strike="noStrik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b="0" i="0" lang="en-GB" sz="1200" u="none" cap="none" strike="noStrik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b="0" i="0" sz="1200" u="none" cap="none" strike="noStrik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32" name="Google Shape;32;p2" title="CU logo GBT_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4061" y="329612"/>
            <a:ext cx="3118595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fmla="val 12503" name="adj1"/>
              <a:gd fmla="val 0" name="adj2"/>
            </a:avLst>
          </a:prstGeom>
          <a:solidFill>
            <a:srgbClr val="0B5394"/>
          </a:solidFill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93700" lvl="1" marL="914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indent="-381000" lvl="2" marL="1371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indent="-314325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indent="-314325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indent="-314325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indent="-314325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b="1" i="0" sz="32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b="0" i="0" sz="28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indent="-3937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b="0" i="0" sz="2600" u="none" cap="none" strike="noStrik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b="0" i="0" sz="2400" u="none" cap="none" strike="noStrik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fmla="val 16667" name="adj"/>
            </a:avLst>
          </a:prstGeom>
          <a:solidFill>
            <a:srgbClr val="0C5394"/>
          </a:solidFill>
          <a:ln cap="flat" cmpd="sng" w="9525">
            <a:solidFill>
              <a:srgbClr val="0C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224" y="6371287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b="0" i="0" sz="1600" u="none" cap="none" strike="noStrik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858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b="0" i="0" sz="1400" u="none" cap="none" strike="noStrik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 title="CU logo crest Gold.png"/>
          <p:cNvPicPr preferRelativeResize="0"/>
          <p:nvPr/>
        </p:nvPicPr>
        <p:blipFill>
          <a:blip r:embed="rId1">
            <a:alphaModFix amt="3000"/>
          </a:blip>
          <a:stretch>
            <a:fillRect/>
          </a:stretch>
        </p:blipFill>
        <p:spPr>
          <a:xfrm>
            <a:off x="8140250" y="2136400"/>
            <a:ext cx="3984660" cy="39688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/>
        </p:nvSpPr>
        <p:spPr>
          <a:xfrm>
            <a:off x="617550" y="2313225"/>
            <a:ext cx="51708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81" name="Google Shape;81;p14"/>
          <p:cNvSpPr txBox="1"/>
          <p:nvPr>
            <p:ph type="ctrTitle"/>
          </p:nvPr>
        </p:nvSpPr>
        <p:spPr>
          <a:xfrm>
            <a:off x="415600" y="1379928"/>
            <a:ext cx="11360700" cy="933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 of the Project</a:t>
            </a:r>
            <a:endParaRPr/>
          </a:p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368775" y="2374701"/>
            <a:ext cx="11360700" cy="236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Specialization Project Presentation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By</a:t>
            </a:r>
            <a:endParaRPr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Abc( reg no),Xyz ( reg no),Bcz ( reg no)</a:t>
            </a:r>
            <a:endParaRPr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Project Guide</a:t>
            </a:r>
            <a:endParaRPr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Dr. XYZ</a:t>
            </a:r>
            <a:endParaRPr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547325" y="5078326"/>
            <a:ext cx="11360700" cy="77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Narrow"/>
              <a:buNone/>
            </a:pPr>
            <a:r>
              <a:rPr b="1" lang="en-GB" sz="2200"/>
              <a:t>Department of Computer Science</a:t>
            </a:r>
            <a:endParaRPr b="1" sz="2200"/>
          </a:p>
          <a:p>
            <a:pPr indent="-368300" lvl="0" marL="45720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Narrow"/>
              <a:buNone/>
            </a:pPr>
            <a:r>
              <a:rPr b="1" lang="en-GB" sz="2200"/>
              <a:t>CHRIST(Deemed to be University), Bengaluru-29</a:t>
            </a:r>
            <a:endParaRPr b="1"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